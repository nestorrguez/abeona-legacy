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>
        <p:scale>
          <a:sx n="90" d="100"/>
          <a:sy n="90" d="100"/>
        </p:scale>
        <p:origin x="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3644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48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592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6360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34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699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956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835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30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305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05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679DF-3DEF-417B-A8A3-2F6738BCA90C}" type="datetimeFigureOut">
              <a:rPr lang="es-MX" smtClean="0"/>
              <a:t>28/01/2015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F33E2-98C6-4D8F-ACB5-74AFF1A4783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336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/>
          <p:cNvGrpSpPr/>
          <p:nvPr/>
        </p:nvGrpSpPr>
        <p:grpSpPr>
          <a:xfrm>
            <a:off x="6252762" y="149842"/>
            <a:ext cx="1467932" cy="2015792"/>
            <a:chOff x="2047163" y="-68242"/>
            <a:chExt cx="1467932" cy="2015792"/>
          </a:xfrm>
        </p:grpSpPr>
        <p:sp>
          <p:nvSpPr>
            <p:cNvPr id="24" name="Esquina doblada 23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2047163" y="-68242"/>
              <a:ext cx="74892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8000" b="1" dirty="0" smtClean="0">
                  <a:solidFill>
                    <a:srgbClr val="00B0F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es-MX" sz="8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6" name="CuadroTexto 25"/>
            <p:cNvSpPr txBox="1"/>
            <p:nvPr/>
          </p:nvSpPr>
          <p:spPr>
            <a:xfrm>
              <a:off x="2555713" y="1128143"/>
              <a:ext cx="9012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3600" dirty="0" smtClean="0">
                  <a:solidFill>
                    <a:srgbClr val="FFC000"/>
                  </a:solidFill>
                </a:rPr>
                <a:t>SQL</a:t>
              </a:r>
              <a:endParaRPr lang="es-MX" sz="3600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10" name="Grupo 9"/>
          <p:cNvGrpSpPr/>
          <p:nvPr/>
        </p:nvGrpSpPr>
        <p:grpSpPr>
          <a:xfrm>
            <a:off x="149838" y="149842"/>
            <a:ext cx="1467932" cy="2015792"/>
            <a:chOff x="2047163" y="-68242"/>
            <a:chExt cx="1467932" cy="2015792"/>
          </a:xfrm>
        </p:grpSpPr>
        <p:sp>
          <p:nvSpPr>
            <p:cNvPr id="5" name="Esquina doblada 4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6" name="CuadroTexto 5"/>
            <p:cNvSpPr txBox="1"/>
            <p:nvPr/>
          </p:nvSpPr>
          <p:spPr>
            <a:xfrm>
              <a:off x="2047163" y="-68242"/>
              <a:ext cx="74892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8000" b="1" dirty="0" smtClean="0">
                  <a:solidFill>
                    <a:srgbClr val="00B0F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es-MX" sz="8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CuadroTexto 6"/>
            <p:cNvSpPr txBox="1"/>
            <p:nvPr/>
          </p:nvSpPr>
          <p:spPr>
            <a:xfrm>
              <a:off x="2623039" y="1059903"/>
              <a:ext cx="76655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4400" dirty="0">
                  <a:solidFill>
                    <a:srgbClr val="0070C0"/>
                  </a:solidFill>
                </a:rPr>
                <a:t>C</a:t>
              </a:r>
              <a:r>
                <a:rPr lang="es-MX" sz="4400" dirty="0" smtClean="0">
                  <a:solidFill>
                    <a:srgbClr val="0070C0"/>
                  </a:solidFill>
                </a:rPr>
                <a:t>#</a:t>
              </a:r>
              <a:endParaRPr lang="es-MX" sz="44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1" name="Grupo 10"/>
          <p:cNvGrpSpPr/>
          <p:nvPr/>
        </p:nvGrpSpPr>
        <p:grpSpPr>
          <a:xfrm>
            <a:off x="1673841" y="152114"/>
            <a:ext cx="1484748" cy="2015792"/>
            <a:chOff x="2047163" y="-68242"/>
            <a:chExt cx="1484748" cy="2015792"/>
          </a:xfrm>
        </p:grpSpPr>
        <p:sp>
          <p:nvSpPr>
            <p:cNvPr id="12" name="Esquina doblada 11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13" name="CuadroTexto 12"/>
            <p:cNvSpPr txBox="1"/>
            <p:nvPr/>
          </p:nvSpPr>
          <p:spPr>
            <a:xfrm>
              <a:off x="2047163" y="-68242"/>
              <a:ext cx="74892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8000" b="1" dirty="0" smtClean="0">
                  <a:solidFill>
                    <a:srgbClr val="00B0F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es-MX" sz="8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CuadroTexto 13"/>
            <p:cNvSpPr txBox="1"/>
            <p:nvPr/>
          </p:nvSpPr>
          <p:spPr>
            <a:xfrm>
              <a:off x="2480725" y="1059903"/>
              <a:ext cx="10511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4400" dirty="0" smtClean="0">
                  <a:solidFill>
                    <a:srgbClr val="00B0F0"/>
                  </a:solidFill>
                </a:rPr>
                <a:t>C++</a:t>
              </a:r>
              <a:endParaRPr lang="es-MX" sz="44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3206932" y="149842"/>
            <a:ext cx="1467932" cy="2015792"/>
            <a:chOff x="2047163" y="-68242"/>
            <a:chExt cx="1467932" cy="2015792"/>
          </a:xfrm>
        </p:grpSpPr>
        <p:sp>
          <p:nvSpPr>
            <p:cNvPr id="16" name="Esquina doblada 15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2047163" y="-68242"/>
              <a:ext cx="74892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8000" b="1" dirty="0" smtClean="0">
                  <a:solidFill>
                    <a:srgbClr val="00B0F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es-MX" sz="8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2531666" y="1223674"/>
              <a:ext cx="9492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2000" dirty="0" smtClean="0">
                  <a:solidFill>
                    <a:srgbClr val="92D050"/>
                  </a:solidFill>
                </a:rPr>
                <a:t>VB.NET</a:t>
              </a:r>
              <a:endParaRPr lang="es-MX" sz="2000" dirty="0">
                <a:solidFill>
                  <a:srgbClr val="92D050"/>
                </a:solidFill>
              </a:endParaRPr>
            </a:p>
          </p:txBody>
        </p:sp>
      </p:grpSp>
      <p:grpSp>
        <p:nvGrpSpPr>
          <p:cNvPr id="19" name="Grupo 18"/>
          <p:cNvGrpSpPr/>
          <p:nvPr/>
        </p:nvGrpSpPr>
        <p:grpSpPr>
          <a:xfrm>
            <a:off x="4729452" y="149842"/>
            <a:ext cx="1467932" cy="2015792"/>
            <a:chOff x="2047163" y="-68242"/>
            <a:chExt cx="1467932" cy="2015792"/>
          </a:xfrm>
        </p:grpSpPr>
        <p:sp>
          <p:nvSpPr>
            <p:cNvPr id="20" name="Esquina doblada 19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21" name="CuadroTexto 20"/>
            <p:cNvSpPr txBox="1"/>
            <p:nvPr/>
          </p:nvSpPr>
          <p:spPr>
            <a:xfrm>
              <a:off x="2047163" y="-68242"/>
              <a:ext cx="74892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8000" b="1" dirty="0" smtClean="0">
                  <a:solidFill>
                    <a:srgbClr val="00B0F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es-MX" sz="8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2546094" y="1216855"/>
              <a:ext cx="9204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2400" dirty="0" smtClean="0">
                  <a:solidFill>
                    <a:srgbClr val="FFFF00"/>
                  </a:solidFill>
                </a:rPr>
                <a:t>HTML</a:t>
              </a:r>
              <a:endParaRPr lang="es-MX" sz="24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27" name="Grupo 26"/>
          <p:cNvGrpSpPr/>
          <p:nvPr/>
        </p:nvGrpSpPr>
        <p:grpSpPr>
          <a:xfrm>
            <a:off x="7773058" y="149842"/>
            <a:ext cx="1467932" cy="2015792"/>
            <a:chOff x="2047163" y="-68242"/>
            <a:chExt cx="1467932" cy="2015792"/>
          </a:xfrm>
        </p:grpSpPr>
        <p:sp>
          <p:nvSpPr>
            <p:cNvPr id="28" name="Esquina doblada 27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29" name="CuadroTexto 28"/>
            <p:cNvSpPr txBox="1"/>
            <p:nvPr/>
          </p:nvSpPr>
          <p:spPr>
            <a:xfrm>
              <a:off x="2047163" y="-68242"/>
              <a:ext cx="74892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8000" b="1" dirty="0" smtClean="0">
                  <a:solidFill>
                    <a:srgbClr val="00B0F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es-MX" sz="8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2566196" y="1210031"/>
              <a:ext cx="8802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2800" dirty="0" smtClean="0">
                  <a:solidFill>
                    <a:srgbClr val="FF0000"/>
                  </a:solidFill>
                </a:rPr>
                <a:t>JAVA</a:t>
              </a:r>
              <a:endParaRPr lang="es-MX" sz="28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Grupo 30"/>
          <p:cNvGrpSpPr/>
          <p:nvPr/>
        </p:nvGrpSpPr>
        <p:grpSpPr>
          <a:xfrm>
            <a:off x="9348165" y="149842"/>
            <a:ext cx="1467932" cy="2015792"/>
            <a:chOff x="2047163" y="-68242"/>
            <a:chExt cx="1467932" cy="2015792"/>
          </a:xfrm>
        </p:grpSpPr>
        <p:sp>
          <p:nvSpPr>
            <p:cNvPr id="32" name="Esquina doblada 31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33" name="CuadroTexto 32"/>
            <p:cNvSpPr txBox="1"/>
            <p:nvPr/>
          </p:nvSpPr>
          <p:spPr>
            <a:xfrm>
              <a:off x="2047163" y="-68242"/>
              <a:ext cx="74892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8000" b="1" dirty="0" smtClean="0">
                  <a:solidFill>
                    <a:srgbClr val="00B0F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es-MX" sz="8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CuadroTexto 33"/>
            <p:cNvSpPr txBox="1"/>
            <p:nvPr/>
          </p:nvSpPr>
          <p:spPr>
            <a:xfrm>
              <a:off x="2732043" y="1059903"/>
              <a:ext cx="54854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4400" dirty="0">
                  <a:solidFill>
                    <a:srgbClr val="7030A0"/>
                  </a:solidFill>
                </a:rPr>
                <a:t>Ñ</a:t>
              </a:r>
            </a:p>
          </p:txBody>
        </p:sp>
      </p:grpSp>
      <p:grpSp>
        <p:nvGrpSpPr>
          <p:cNvPr id="35" name="Grupo 34"/>
          <p:cNvGrpSpPr/>
          <p:nvPr/>
        </p:nvGrpSpPr>
        <p:grpSpPr>
          <a:xfrm>
            <a:off x="148759" y="2562433"/>
            <a:ext cx="1467932" cy="1825792"/>
            <a:chOff x="2047163" y="121758"/>
            <a:chExt cx="1467932" cy="1825792"/>
          </a:xfrm>
        </p:grpSpPr>
        <p:sp>
          <p:nvSpPr>
            <p:cNvPr id="36" name="Esquina doblada 35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37" name="CuadroTexto 36"/>
            <p:cNvSpPr txBox="1"/>
            <p:nvPr/>
          </p:nvSpPr>
          <p:spPr>
            <a:xfrm>
              <a:off x="2047163" y="121758"/>
              <a:ext cx="947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5400" b="1" dirty="0" smtClean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CG</a:t>
              </a:r>
              <a:endParaRPr lang="es-MX" sz="54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CuadroTexto 37"/>
            <p:cNvSpPr txBox="1"/>
            <p:nvPr/>
          </p:nvSpPr>
          <p:spPr>
            <a:xfrm>
              <a:off x="2623039" y="1059903"/>
              <a:ext cx="766557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4400" dirty="0">
                  <a:solidFill>
                    <a:srgbClr val="0070C0"/>
                  </a:solidFill>
                </a:rPr>
                <a:t>C</a:t>
              </a:r>
              <a:r>
                <a:rPr lang="es-MX" sz="4400" dirty="0" smtClean="0">
                  <a:solidFill>
                    <a:srgbClr val="0070C0"/>
                  </a:solidFill>
                </a:rPr>
                <a:t>#</a:t>
              </a:r>
              <a:endParaRPr lang="es-MX" sz="44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1672762" y="2576580"/>
            <a:ext cx="1484748" cy="1813917"/>
            <a:chOff x="2047163" y="133633"/>
            <a:chExt cx="1484748" cy="1813917"/>
          </a:xfrm>
        </p:grpSpPr>
        <p:sp>
          <p:nvSpPr>
            <p:cNvPr id="40" name="Esquina doblada 39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2047163" y="133633"/>
              <a:ext cx="947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5400" b="1" dirty="0" smtClean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CG</a:t>
              </a:r>
              <a:endParaRPr lang="es-MX" sz="54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CuadroTexto 41"/>
            <p:cNvSpPr txBox="1"/>
            <p:nvPr/>
          </p:nvSpPr>
          <p:spPr>
            <a:xfrm>
              <a:off x="2480725" y="1059903"/>
              <a:ext cx="10511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4400" dirty="0" smtClean="0">
                  <a:solidFill>
                    <a:srgbClr val="00B0F0"/>
                  </a:solidFill>
                </a:rPr>
                <a:t>C++</a:t>
              </a:r>
              <a:endParaRPr lang="es-MX" sz="4400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43" name="Grupo 42"/>
          <p:cNvGrpSpPr/>
          <p:nvPr/>
        </p:nvGrpSpPr>
        <p:grpSpPr>
          <a:xfrm>
            <a:off x="3205853" y="2562443"/>
            <a:ext cx="1467932" cy="1825782"/>
            <a:chOff x="2047163" y="121768"/>
            <a:chExt cx="1467932" cy="1825782"/>
          </a:xfrm>
        </p:grpSpPr>
        <p:sp>
          <p:nvSpPr>
            <p:cNvPr id="44" name="Esquina doblada 43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2047163" y="121768"/>
              <a:ext cx="947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5400" b="1" dirty="0" smtClean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CG</a:t>
              </a:r>
              <a:endParaRPr lang="es-MX" sz="54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CuadroTexto 45"/>
            <p:cNvSpPr txBox="1"/>
            <p:nvPr/>
          </p:nvSpPr>
          <p:spPr>
            <a:xfrm>
              <a:off x="2531666" y="1223674"/>
              <a:ext cx="9492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2000" dirty="0" smtClean="0">
                  <a:solidFill>
                    <a:srgbClr val="92D050"/>
                  </a:solidFill>
                </a:rPr>
                <a:t>VB.NET</a:t>
              </a:r>
              <a:endParaRPr lang="es-MX" sz="2000" dirty="0">
                <a:solidFill>
                  <a:srgbClr val="92D050"/>
                </a:solidFill>
              </a:endParaRPr>
            </a:p>
          </p:txBody>
        </p:sp>
      </p:grpSp>
      <p:grpSp>
        <p:nvGrpSpPr>
          <p:cNvPr id="47" name="Grupo 46"/>
          <p:cNvGrpSpPr/>
          <p:nvPr/>
        </p:nvGrpSpPr>
        <p:grpSpPr>
          <a:xfrm>
            <a:off x="4728373" y="2562438"/>
            <a:ext cx="1467932" cy="1825787"/>
            <a:chOff x="2047163" y="121763"/>
            <a:chExt cx="1467932" cy="1825787"/>
          </a:xfrm>
        </p:grpSpPr>
        <p:sp>
          <p:nvSpPr>
            <p:cNvPr id="48" name="Esquina doblada 47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49" name="CuadroTexto 48"/>
            <p:cNvSpPr txBox="1"/>
            <p:nvPr/>
          </p:nvSpPr>
          <p:spPr>
            <a:xfrm>
              <a:off x="2047163" y="121763"/>
              <a:ext cx="947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5400" b="1" dirty="0" smtClean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CG</a:t>
              </a:r>
              <a:endParaRPr lang="es-MX" sz="54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0" name="CuadroTexto 49"/>
            <p:cNvSpPr txBox="1"/>
            <p:nvPr/>
          </p:nvSpPr>
          <p:spPr>
            <a:xfrm>
              <a:off x="2546094" y="1216855"/>
              <a:ext cx="92044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2400" dirty="0" smtClean="0">
                  <a:solidFill>
                    <a:srgbClr val="FFFF00"/>
                  </a:solidFill>
                </a:rPr>
                <a:t>HTML</a:t>
              </a:r>
              <a:endParaRPr lang="es-MX" sz="2400" dirty="0">
                <a:solidFill>
                  <a:srgbClr val="FFFF00"/>
                </a:solidFill>
              </a:endParaRPr>
            </a:p>
          </p:txBody>
        </p:sp>
      </p:grpSp>
      <p:grpSp>
        <p:nvGrpSpPr>
          <p:cNvPr id="51" name="Grupo 50"/>
          <p:cNvGrpSpPr/>
          <p:nvPr/>
        </p:nvGrpSpPr>
        <p:grpSpPr>
          <a:xfrm>
            <a:off x="6251683" y="2562437"/>
            <a:ext cx="1467932" cy="1825788"/>
            <a:chOff x="2047163" y="121762"/>
            <a:chExt cx="1467932" cy="1825788"/>
          </a:xfrm>
        </p:grpSpPr>
        <p:sp>
          <p:nvSpPr>
            <p:cNvPr id="52" name="Esquina doblada 51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53" name="CuadroTexto 52"/>
            <p:cNvSpPr txBox="1"/>
            <p:nvPr/>
          </p:nvSpPr>
          <p:spPr>
            <a:xfrm>
              <a:off x="2047163" y="121762"/>
              <a:ext cx="947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5400" b="1" dirty="0" smtClean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CG</a:t>
              </a:r>
              <a:endParaRPr lang="es-MX" sz="54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4" name="CuadroTexto 53"/>
            <p:cNvSpPr txBox="1"/>
            <p:nvPr/>
          </p:nvSpPr>
          <p:spPr>
            <a:xfrm>
              <a:off x="2555713" y="1128143"/>
              <a:ext cx="9012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3600" dirty="0" smtClean="0">
                  <a:solidFill>
                    <a:srgbClr val="FFC000"/>
                  </a:solidFill>
                </a:rPr>
                <a:t>SQL</a:t>
              </a:r>
              <a:endParaRPr lang="es-MX" sz="3600" dirty="0">
                <a:solidFill>
                  <a:srgbClr val="FFC000"/>
                </a:solidFill>
              </a:endParaRPr>
            </a:p>
          </p:txBody>
        </p:sp>
      </p:grpSp>
      <p:grpSp>
        <p:nvGrpSpPr>
          <p:cNvPr id="55" name="Grupo 54"/>
          <p:cNvGrpSpPr/>
          <p:nvPr/>
        </p:nvGrpSpPr>
        <p:grpSpPr>
          <a:xfrm>
            <a:off x="7771979" y="2562440"/>
            <a:ext cx="1467932" cy="1825785"/>
            <a:chOff x="2047163" y="121765"/>
            <a:chExt cx="1467932" cy="1825785"/>
          </a:xfrm>
        </p:grpSpPr>
        <p:sp>
          <p:nvSpPr>
            <p:cNvPr id="56" name="Esquina doblada 55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57" name="CuadroTexto 56"/>
            <p:cNvSpPr txBox="1"/>
            <p:nvPr/>
          </p:nvSpPr>
          <p:spPr>
            <a:xfrm>
              <a:off x="2047163" y="121765"/>
              <a:ext cx="947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5400" b="1" dirty="0" smtClean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CG</a:t>
              </a:r>
              <a:endParaRPr lang="es-MX" sz="54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8" name="CuadroTexto 57"/>
            <p:cNvSpPr txBox="1"/>
            <p:nvPr/>
          </p:nvSpPr>
          <p:spPr>
            <a:xfrm>
              <a:off x="2566196" y="1210031"/>
              <a:ext cx="8802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2800" dirty="0" smtClean="0">
                  <a:solidFill>
                    <a:srgbClr val="FF0000"/>
                  </a:solidFill>
                </a:rPr>
                <a:t>JAVA</a:t>
              </a:r>
              <a:endParaRPr lang="es-MX" sz="28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9" name="Grupo 58"/>
          <p:cNvGrpSpPr/>
          <p:nvPr/>
        </p:nvGrpSpPr>
        <p:grpSpPr>
          <a:xfrm>
            <a:off x="9347086" y="2562442"/>
            <a:ext cx="1467932" cy="1825783"/>
            <a:chOff x="2047163" y="121767"/>
            <a:chExt cx="1467932" cy="1825783"/>
          </a:xfrm>
        </p:grpSpPr>
        <p:sp>
          <p:nvSpPr>
            <p:cNvPr id="60" name="Esquina doblada 59"/>
            <p:cNvSpPr/>
            <p:nvPr/>
          </p:nvSpPr>
          <p:spPr>
            <a:xfrm rot="10800000" flipH="1">
              <a:off x="2497540" y="545905"/>
              <a:ext cx="1017555" cy="1401645"/>
            </a:xfrm>
            <a:prstGeom prst="foldedCorner">
              <a:avLst>
                <a:gd name="adj" fmla="val 38485"/>
              </a:avLst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>
                <a:solidFill>
                  <a:schemeClr val="accent6"/>
                </a:solidFill>
              </a:endParaRPr>
            </a:p>
          </p:txBody>
        </p:sp>
        <p:sp>
          <p:nvSpPr>
            <p:cNvPr id="61" name="CuadroTexto 60"/>
            <p:cNvSpPr txBox="1"/>
            <p:nvPr/>
          </p:nvSpPr>
          <p:spPr>
            <a:xfrm>
              <a:off x="2047163" y="121767"/>
              <a:ext cx="947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5400" b="1" dirty="0" smtClean="0">
                  <a:solidFill>
                    <a:srgbClr val="00206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CG</a:t>
              </a:r>
              <a:endParaRPr lang="es-MX" sz="5400" b="1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2" name="CuadroTexto 61"/>
            <p:cNvSpPr txBox="1"/>
            <p:nvPr/>
          </p:nvSpPr>
          <p:spPr>
            <a:xfrm>
              <a:off x="2732043" y="1059903"/>
              <a:ext cx="54854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MX" sz="4400" dirty="0">
                  <a:solidFill>
                    <a:srgbClr val="7030A0"/>
                  </a:solidFill>
                </a:rPr>
                <a:t>Ñ</a:t>
              </a:r>
            </a:p>
          </p:txBody>
        </p:sp>
      </p:grpSp>
      <p:grpSp>
        <p:nvGrpSpPr>
          <p:cNvPr id="72" name="Grupo 71"/>
          <p:cNvGrpSpPr/>
          <p:nvPr/>
        </p:nvGrpSpPr>
        <p:grpSpPr>
          <a:xfrm>
            <a:off x="204830" y="4452184"/>
            <a:ext cx="1467932" cy="1825792"/>
            <a:chOff x="111768" y="4973359"/>
            <a:chExt cx="1467932" cy="1825792"/>
          </a:xfrm>
        </p:grpSpPr>
        <p:grpSp>
          <p:nvGrpSpPr>
            <p:cNvPr id="64" name="Grupo 63"/>
            <p:cNvGrpSpPr/>
            <p:nvPr/>
          </p:nvGrpSpPr>
          <p:grpSpPr>
            <a:xfrm>
              <a:off x="111768" y="4973359"/>
              <a:ext cx="1467932" cy="1825792"/>
              <a:chOff x="2047163" y="121758"/>
              <a:chExt cx="1467932" cy="1825792"/>
            </a:xfrm>
          </p:grpSpPr>
          <p:sp>
            <p:nvSpPr>
              <p:cNvPr id="65" name="Esquina doblada 64"/>
              <p:cNvSpPr/>
              <p:nvPr/>
            </p:nvSpPr>
            <p:spPr>
              <a:xfrm rot="10800000" flipH="1">
                <a:off x="2497540" y="545905"/>
                <a:ext cx="1017555" cy="1401645"/>
              </a:xfrm>
              <a:prstGeom prst="foldedCorner">
                <a:avLst>
                  <a:gd name="adj" fmla="val 38485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66" name="CuadroTexto 65"/>
              <p:cNvSpPr txBox="1"/>
              <p:nvPr/>
            </p:nvSpPr>
            <p:spPr>
              <a:xfrm>
                <a:off x="2047163" y="121758"/>
                <a:ext cx="94769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5400" b="1" dirty="0" smtClean="0">
                    <a:solidFill>
                      <a:srgbClr val="0070C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DG</a:t>
                </a:r>
                <a:endParaRPr lang="es-MX" sz="5400" b="1" dirty="0">
                  <a:solidFill>
                    <a:srgbClr val="0070C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68" name="Terminador 67"/>
            <p:cNvSpPr/>
            <p:nvPr/>
          </p:nvSpPr>
          <p:spPr>
            <a:xfrm>
              <a:off x="805428" y="6040376"/>
              <a:ext cx="528771" cy="140046"/>
            </a:xfrm>
            <a:prstGeom prst="flowChartTermina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9" name="Documento 68"/>
            <p:cNvSpPr/>
            <p:nvPr/>
          </p:nvSpPr>
          <p:spPr>
            <a:xfrm>
              <a:off x="834230" y="6390530"/>
              <a:ext cx="471167" cy="242683"/>
            </a:xfrm>
            <a:prstGeom prst="flowChartDocumen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70" name="Flecha abajo 69"/>
            <p:cNvSpPr/>
            <p:nvPr/>
          </p:nvSpPr>
          <p:spPr>
            <a:xfrm>
              <a:off x="1001557" y="6226980"/>
              <a:ext cx="136512" cy="141155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2512500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765004" y="1265274"/>
            <a:ext cx="2158409" cy="2153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89" t="24296" r="5393" b="6724"/>
          <a:stretch/>
        </p:blipFill>
        <p:spPr>
          <a:xfrm>
            <a:off x="2163726" y="1496533"/>
            <a:ext cx="1360967" cy="169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45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33</Words>
  <Application>Microsoft Office PowerPoint</Application>
  <PresentationFormat>Panorámica</PresentationFormat>
  <Paragraphs>29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Néstor Rodríguez</dc:creator>
  <cp:lastModifiedBy>Néstor Rodríguez</cp:lastModifiedBy>
  <cp:revision>9</cp:revision>
  <dcterms:created xsi:type="dcterms:W3CDTF">2015-01-27T00:28:31Z</dcterms:created>
  <dcterms:modified xsi:type="dcterms:W3CDTF">2015-01-28T17:36:18Z</dcterms:modified>
</cp:coreProperties>
</file>